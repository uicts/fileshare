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8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DF3FD-BE06-8C41-9E34-9F35F8CD0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5260DE9-41C9-B461-CEB5-C444484B9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16AB4AC-9F1B-CA1A-065D-55D46C55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BFCB36-65F8-18D6-D562-B2708ABF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832B2EC-5336-775F-1513-6CF03640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493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C2D19-B200-8492-D804-8AF8DE7C1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8EE42E6-F0FC-908D-3B64-7695B4489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BD6BCA3-24AD-D4BB-46C7-C22415B8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0C82F28-3716-9370-E4CB-EBBE54A7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06D8DC-E4D2-512A-FB57-16F95E38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806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C0451-A98E-DAEA-8F20-7B921AE4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1D137FE-C4FF-1139-767B-4A7245303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C9F1AB3-E741-F155-F4A8-3A682F0D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DC02E34-FCF6-6B57-4668-944861B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6A6B2C2-3861-E87E-40B0-C8E9D68F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724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D31F0-E47E-BCC9-4526-15721F2A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ADCC3A1-92D8-58BA-B382-F2DF6F157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58C5A4E-BE20-4C6A-0940-C8E657B90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8FCEAF7-52FF-1714-A8CE-C8F33221E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918D7E9-0E8C-1C0C-5FB7-0EEAC36F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1810149-5BAC-3386-A869-95B89125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242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4A079F-4DCD-FF42-D147-C588144EC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0D397D9-5DB1-F505-76EB-62EDDB009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37A2D4B-F8B5-C8BF-CA76-76BAFB63D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1F0123F-B444-AEEC-69E0-D06CEB01E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FBC976E-34B8-B5C8-F3A6-E69AE77E85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51F2545-A9C8-DC03-0602-939928393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125925D-67D9-9E2C-97F8-3D173E98C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38CD138-027A-FD68-527B-A20FF149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734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ECB11D-5DD4-074D-FD05-0EBA7910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B934C97-8925-97AB-3494-BFBE809C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ED7B2A6-D6E8-791E-7DD6-8B0372A03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4F4D79-F8FD-960C-2512-FCF2B897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26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C07B984-70E9-F88C-C498-4C021245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7C53142-9871-4A76-A4A2-09B223C5B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9E73835-6D86-772F-D707-D11256B76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574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135358-8DB5-0D46-60E1-01047B0C7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42B0B6A-9C00-073B-AE3A-07344FD8C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AD36162-C424-BAE5-3A97-C18BF5106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87D43D7-F880-E0A4-2AF5-7D973604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A1E7FA8-793C-CAEB-BAB9-E9513986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265BEEF-3492-6E32-A85E-590EAE3F3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329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D99930-2BCD-8C88-4541-799B34ED0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D27BB00-EC59-D315-8198-A062EEFFCA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34A0855-DDD3-D225-9C1C-F6FA08789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D968439-C90A-8845-AD38-AEAC41E1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C4F55F1-7F57-04CE-FCFC-A0D30E3C8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8440091-3562-2D02-84CD-8C1E4D3E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3751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6BFA00-81BE-4CFA-2C14-CD6985F2C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C0E830D-040A-F06E-7682-A8E6D7E79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AE423BF-79B2-2514-2792-DB103F542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C5330B3-D584-0842-49AE-B3DC2B4BD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06A023B-B49F-9F19-1A83-E1FC5917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046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E8391943-B0DB-D424-644B-90B2921D6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B5524AA-959D-56C8-6685-FBE5BCAD9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C3A4A1-477E-7654-C969-8E8656E2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DD29D44-A80E-6E36-05B0-C8A8E6EE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3599DB4-F2CA-4DE9-CBEF-BE19B644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453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3627D28-6DD0-23A6-CEF1-5BD87AEE9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E7281FC-B921-145F-609F-20BD3EFEA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A968BCA-3474-E2CC-C31A-0732E4F35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B3690-9099-4CFC-A2C4-67AC65FE434F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94041F6-04FB-9DB7-A0A5-0E35732B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CB38887-B570-4473-AF01-708DBD7F3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39C4C-B21F-469D-885E-C6EBBE83C8A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868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EB763C-E0F9-66AA-C7DE-B4ED9B776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Mijn presentatie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B1CE393-277A-8430-0D88-8461B3C31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Lokaal opgeslagen</a:t>
            </a:r>
          </a:p>
        </p:txBody>
      </p:sp>
    </p:spTree>
    <p:extLst>
      <p:ext uri="{BB962C8B-B14F-4D97-AF65-F5344CB8AC3E}">
        <p14:creationId xmlns:p14="http://schemas.microsoft.com/office/powerpoint/2010/main" val="69730732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Breedbeeld</PresentationFormat>
  <Paragraphs>2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Mijn 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 Paarhuis</dc:creator>
  <cp:lastModifiedBy>Bert Paarhuis</cp:lastModifiedBy>
  <cp:revision>1</cp:revision>
  <dcterms:created xsi:type="dcterms:W3CDTF">2026-02-05T14:02:04Z</dcterms:created>
  <dcterms:modified xsi:type="dcterms:W3CDTF">2026-02-05T14:03:17Z</dcterms:modified>
</cp:coreProperties>
</file>